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69" r:id="rId6"/>
    <p:sldId id="258" r:id="rId7"/>
    <p:sldId id="259" r:id="rId8"/>
    <p:sldId id="260" r:id="rId9"/>
    <p:sldId id="261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C4E42-4047-476B-A4C4-7CF944D237B7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7EB3-7D0C-4B6C-8441-5C026B0B2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95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C4E42-4047-476B-A4C4-7CF944D237B7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7EB3-7D0C-4B6C-8441-5C026B0B2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29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C4E42-4047-476B-A4C4-7CF944D237B7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7EB3-7D0C-4B6C-8441-5C026B0B2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52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C4E42-4047-476B-A4C4-7CF944D237B7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7EB3-7D0C-4B6C-8441-5C026B0B2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87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C4E42-4047-476B-A4C4-7CF944D237B7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7EB3-7D0C-4B6C-8441-5C026B0B2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462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C4E42-4047-476B-A4C4-7CF944D237B7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7EB3-7D0C-4B6C-8441-5C026B0B2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29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C4E42-4047-476B-A4C4-7CF944D237B7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7EB3-7D0C-4B6C-8441-5C026B0B2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86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C4E42-4047-476B-A4C4-7CF944D237B7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7EB3-7D0C-4B6C-8441-5C026B0B2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848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C4E42-4047-476B-A4C4-7CF944D237B7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7EB3-7D0C-4B6C-8441-5C026B0B2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856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C4E42-4047-476B-A4C4-7CF944D237B7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7EB3-7D0C-4B6C-8441-5C026B0B2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716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C4E42-4047-476B-A4C4-7CF944D237B7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7EB3-7D0C-4B6C-8441-5C026B0B2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70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C4E42-4047-476B-A4C4-7CF944D237B7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47EB3-7D0C-4B6C-8441-5C026B0B2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35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JQuery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50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jQuery is a fast, small, cross-platform and feature-rich JavaScript library</a:t>
            </a:r>
            <a:r>
              <a:rPr lang="en-US" dirty="0" smtClean="0"/>
              <a:t>.</a:t>
            </a:r>
          </a:p>
          <a:p>
            <a:r>
              <a:rPr lang="en-US" dirty="0"/>
              <a:t>It is also referred as ?write less do more?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main purpose of jQuery is to provide an easy way to use JavaScript on your website to make it more interactive and attractive. It is also used to add animation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Requirements : HTML, CSS</a:t>
            </a:r>
            <a:r>
              <a:rPr lang="en-US" smtClean="0"/>
              <a:t>, JS(basic)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56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Drawback of </a:t>
            </a:r>
            <a:r>
              <a:rPr lang="en-US" dirty="0" err="1" smtClean="0"/>
              <a:t>js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Long selectors</a:t>
            </a:r>
          </a:p>
          <a:p>
            <a:r>
              <a:rPr lang="en-US" dirty="0" smtClean="0"/>
              <a:t>Complex animation</a:t>
            </a:r>
          </a:p>
          <a:p>
            <a:r>
              <a:rPr lang="en-US" dirty="0" smtClean="0"/>
              <a:t>Lengthy Dom manipulation</a:t>
            </a:r>
          </a:p>
          <a:p>
            <a:r>
              <a:rPr lang="en-US" dirty="0" smtClean="0"/>
              <a:t>Lengthy ajax coding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546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we use </a:t>
            </a:r>
            <a:r>
              <a:rPr lang="en-US" dirty="0" err="1" smtClean="0"/>
              <a:t>jquery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Short selectors</a:t>
            </a:r>
          </a:p>
          <a:p>
            <a:r>
              <a:rPr lang="en-US" dirty="0" smtClean="0"/>
              <a:t>Variety of animation functions</a:t>
            </a:r>
          </a:p>
          <a:p>
            <a:r>
              <a:rPr lang="en-US" dirty="0" smtClean="0"/>
              <a:t>Easy DOM manipulation</a:t>
            </a:r>
          </a:p>
          <a:p>
            <a:r>
              <a:rPr lang="en-US" dirty="0" smtClean="0"/>
              <a:t>Easy </a:t>
            </a:r>
            <a:r>
              <a:rPr lang="en-US" dirty="0" err="1" smtClean="0"/>
              <a:t>css</a:t>
            </a:r>
            <a:r>
              <a:rPr lang="en-US" dirty="0" smtClean="0"/>
              <a:t> styling</a:t>
            </a:r>
          </a:p>
          <a:p>
            <a:r>
              <a:rPr lang="en-US" dirty="0" smtClean="0"/>
              <a:t>Easy Dom traversing</a:t>
            </a:r>
          </a:p>
          <a:p>
            <a:r>
              <a:rPr lang="en-US" dirty="0" smtClean="0"/>
              <a:t>Simple ajax 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60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Browser independent</a:t>
            </a:r>
          </a:p>
          <a:p>
            <a:r>
              <a:rPr lang="en-US" dirty="0" smtClean="0"/>
              <a:t>Increase coding speed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439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jQuery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&lt;head&gt;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&lt;script </a:t>
            </a:r>
            <a:r>
              <a:rPr lang="en-US" dirty="0" err="1"/>
              <a:t>src</a:t>
            </a:r>
            <a:r>
              <a:rPr lang="en-US" dirty="0"/>
              <a:t>="https://ajax.googleapis.com/ajax/libs/</a:t>
            </a:r>
            <a:r>
              <a:rPr lang="en-US" dirty="0" err="1"/>
              <a:t>jquery</a:t>
            </a:r>
            <a:r>
              <a:rPr lang="en-US" dirty="0"/>
              <a:t>/3.7.1/jquery.min.js"&gt;&lt;/script&gt;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386797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Jquery</a:t>
            </a:r>
            <a:r>
              <a:rPr lang="en-US" dirty="0" smtClean="0"/>
              <a:t> 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96170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$(document).ready(function(){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 </a:t>
            </a:r>
            <a:r>
              <a:rPr lang="en-US" i="1" dirty="0"/>
              <a:t>// jQuery methods go here...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});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 $(document).ready(function() {  </a:t>
            </a:r>
          </a:p>
          <a:p>
            <a:pPr marL="0" indent="0">
              <a:buNone/>
            </a:pPr>
            <a:r>
              <a:rPr lang="en-US" dirty="0"/>
              <a:t> $("p").</a:t>
            </a:r>
            <a:r>
              <a:rPr lang="en-US" dirty="0" err="1"/>
              <a:t>css</a:t>
            </a:r>
            <a:r>
              <a:rPr lang="en-US" dirty="0" smtClean="0"/>
              <a:t>("color</a:t>
            </a:r>
            <a:r>
              <a:rPr lang="en-US" dirty="0"/>
              <a:t>", </a:t>
            </a:r>
            <a:r>
              <a:rPr lang="en-US" dirty="0" smtClean="0"/>
              <a:t>“red");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/>
              <a:t> });  </a:t>
            </a: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799909" y="1825625"/>
            <a:ext cx="49617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392091" y="1825625"/>
            <a:ext cx="49617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$(function(){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  </a:t>
            </a:r>
            <a:r>
              <a:rPr lang="en-US" i="1" dirty="0" smtClean="0"/>
              <a:t>// jQuery methods go here...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});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$(function() {  </a:t>
            </a:r>
          </a:p>
          <a:p>
            <a:pPr marL="0" indent="0">
              <a:buNone/>
            </a:pPr>
            <a:r>
              <a:rPr lang="en-US" dirty="0" smtClean="0"/>
              <a:t> $("p").</a:t>
            </a:r>
            <a:r>
              <a:rPr lang="en-US" dirty="0" err="1" smtClean="0"/>
              <a:t>css</a:t>
            </a:r>
            <a:r>
              <a:rPr lang="en-US" dirty="0" smtClean="0"/>
              <a:t>("color", “red");  </a:t>
            </a:r>
          </a:p>
          <a:p>
            <a:pPr marL="0" indent="0">
              <a:buNone/>
            </a:pPr>
            <a:r>
              <a:rPr lang="en-US" dirty="0" smtClean="0"/>
              <a:t> }); 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64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the different visitors' actions that a web page can respond to are called events.</a:t>
            </a:r>
          </a:p>
          <a:p>
            <a:r>
              <a:rPr lang="en-US" dirty="0"/>
              <a:t>An event represents the precise moment when something happens.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moving a mouse over an element</a:t>
            </a:r>
          </a:p>
          <a:p>
            <a:r>
              <a:rPr lang="en-US" dirty="0"/>
              <a:t>selecting a radio button</a:t>
            </a:r>
          </a:p>
          <a:p>
            <a:r>
              <a:rPr lang="en-US" dirty="0"/>
              <a:t>clicking on an element</a:t>
            </a:r>
          </a:p>
        </p:txBody>
      </p:sp>
    </p:spTree>
    <p:extLst>
      <p:ext uri="{BB962C8B-B14F-4D97-AF65-F5344CB8AC3E}">
        <p14:creationId xmlns:p14="http://schemas.microsoft.com/office/powerpoint/2010/main" val="2541426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Mouse 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818017" cy="2236924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Click event :</a:t>
            </a:r>
          </a:p>
          <a:p>
            <a:pPr marL="0" indent="0">
              <a:buNone/>
            </a:pPr>
            <a:r>
              <a:rPr lang="en-US" dirty="0" smtClean="0"/>
              <a:t>$(document).ready(function(){</a:t>
            </a:r>
          </a:p>
          <a:p>
            <a:pPr marL="0" indent="0">
              <a:buNone/>
            </a:pPr>
            <a:r>
              <a:rPr lang="en-US" dirty="0" smtClean="0"/>
              <a:t>  $("button").click(function(){</a:t>
            </a:r>
          </a:p>
          <a:p>
            <a:pPr marL="0" indent="0">
              <a:buNone/>
            </a:pPr>
            <a:r>
              <a:rPr lang="en-US" dirty="0" smtClean="0"/>
              <a:t>    $("p").hide();</a:t>
            </a:r>
          </a:p>
          <a:p>
            <a:pPr marL="0" indent="0">
              <a:buNone/>
            </a:pPr>
            <a:r>
              <a:rPr lang="en-US" dirty="0" smtClean="0"/>
              <a:t>  });</a:t>
            </a:r>
          </a:p>
          <a:p>
            <a:pPr marL="0" indent="0">
              <a:buNone/>
            </a:pPr>
            <a:r>
              <a:rPr lang="en-US" dirty="0" smtClean="0"/>
              <a:t>});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385560" y="1825625"/>
            <a:ext cx="4818017" cy="223692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dblclick</a:t>
            </a:r>
            <a:r>
              <a:rPr lang="en-US" dirty="0" smtClean="0"/>
              <a:t> event 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$(document).ready(function(){</a:t>
            </a:r>
          </a:p>
          <a:p>
            <a:pPr marL="0" indent="0">
              <a:buNone/>
            </a:pPr>
            <a:r>
              <a:rPr lang="en-US" dirty="0" smtClean="0"/>
              <a:t>  $("button").</a:t>
            </a:r>
            <a:r>
              <a:rPr lang="en-US" dirty="0"/>
              <a:t> </a:t>
            </a:r>
            <a:r>
              <a:rPr lang="en-US" dirty="0" err="1"/>
              <a:t>dblclick</a:t>
            </a:r>
            <a:r>
              <a:rPr lang="en-US" dirty="0" smtClean="0"/>
              <a:t>(function(){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    $("p").hide();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  });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});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199" y="4342402"/>
            <a:ext cx="4818017" cy="223692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mouseenter</a:t>
            </a:r>
            <a:r>
              <a:rPr lang="en-US" dirty="0" smtClean="0"/>
              <a:t> event 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$(document).ready(function(){</a:t>
            </a:r>
          </a:p>
          <a:p>
            <a:pPr marL="0" indent="0">
              <a:buNone/>
            </a:pPr>
            <a:r>
              <a:rPr lang="en-US" dirty="0" smtClean="0"/>
              <a:t>  $("button"). </a:t>
            </a:r>
            <a:r>
              <a:rPr lang="en-US" dirty="0" err="1" smtClean="0"/>
              <a:t>mouseenter</a:t>
            </a:r>
            <a:r>
              <a:rPr lang="en-US" dirty="0" smtClean="0"/>
              <a:t>(function(){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    $("p").hide();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  });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});</a:t>
            </a: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385560" y="4353514"/>
            <a:ext cx="4818017" cy="223692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mouseleave</a:t>
            </a:r>
            <a:r>
              <a:rPr lang="en-US" dirty="0" smtClean="0"/>
              <a:t> event 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$(document).ready(function(){</a:t>
            </a:r>
          </a:p>
          <a:p>
            <a:pPr marL="0" indent="0">
              <a:buNone/>
            </a:pPr>
            <a:r>
              <a:rPr lang="en-US" dirty="0" smtClean="0"/>
              <a:t>  $("button").</a:t>
            </a:r>
            <a:r>
              <a:rPr lang="en-US" dirty="0"/>
              <a:t> </a:t>
            </a:r>
            <a:r>
              <a:rPr lang="en-US" dirty="0" err="1"/>
              <a:t>mouseleave</a:t>
            </a:r>
            <a:r>
              <a:rPr lang="en-US" dirty="0" smtClean="0"/>
              <a:t>(function(){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    $("p").hide();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  });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});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823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Effects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Hide :- The </a:t>
            </a:r>
            <a:r>
              <a:rPr lang="en-US" dirty="0"/>
              <a:t>jQuery hide() method is used to hide the selected elements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Show :- The </a:t>
            </a:r>
            <a:r>
              <a:rPr lang="en-US" dirty="0"/>
              <a:t>jQuery show() method is used to show the selected elements.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Toggle :- The </a:t>
            </a:r>
            <a:r>
              <a:rPr lang="en-US" dirty="0"/>
              <a:t>jQuery toggle() is a special type of method which is used to toggle between the hide() and show() method. It shows the hidden elements and hides the shown element.</a:t>
            </a:r>
          </a:p>
        </p:txBody>
      </p:sp>
    </p:spTree>
    <p:extLst>
      <p:ext uri="{BB962C8B-B14F-4D97-AF65-F5344CB8AC3E}">
        <p14:creationId xmlns:p14="http://schemas.microsoft.com/office/powerpoint/2010/main" val="2402683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424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JQuery</vt:lpstr>
      <vt:lpstr>Intro</vt:lpstr>
      <vt:lpstr>Drawback of js</vt:lpstr>
      <vt:lpstr>Why we use jquery</vt:lpstr>
      <vt:lpstr>uses</vt:lpstr>
      <vt:lpstr>Add jQuery</vt:lpstr>
      <vt:lpstr>Jquery Syntax</vt:lpstr>
      <vt:lpstr>Events </vt:lpstr>
      <vt:lpstr>Mouse Events</vt:lpstr>
      <vt:lpstr>Effects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JQuery</dc:title>
  <dc:creator>admin</dc:creator>
  <cp:lastModifiedBy>admin</cp:lastModifiedBy>
  <cp:revision>18</cp:revision>
  <dcterms:created xsi:type="dcterms:W3CDTF">2024-06-18T11:43:38Z</dcterms:created>
  <dcterms:modified xsi:type="dcterms:W3CDTF">2024-06-21T08:06:53Z</dcterms:modified>
</cp:coreProperties>
</file>