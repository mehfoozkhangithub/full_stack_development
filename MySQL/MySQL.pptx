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5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69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5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5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1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4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81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3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10FF4-4C89-42AB-B3F0-4045EADE6D71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EF466-F5F9-4E9F-8F3E-6CE4BA5F5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3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MySQL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a collection of a distinct small unit of information.</a:t>
            </a:r>
          </a:p>
        </p:txBody>
      </p:sp>
    </p:spTree>
    <p:extLst>
      <p:ext uri="{BB962C8B-B14F-4D97-AF65-F5344CB8AC3E}">
        <p14:creationId xmlns:p14="http://schemas.microsoft.com/office/powerpoint/2010/main" val="94960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Database?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database is an organized collection of data, so that it can be easily accessed and managed.</a:t>
            </a:r>
          </a:p>
          <a:p>
            <a:r>
              <a:rPr lang="en-US" dirty="0" smtClean="0"/>
              <a:t>You can organize data into tables, rows, columns, and index it to make it easier to find relevant information.(In SQL)</a:t>
            </a:r>
          </a:p>
          <a:p>
            <a:r>
              <a:rPr lang="en-US" dirty="0" smtClean="0"/>
              <a:t>Type</a:t>
            </a:r>
          </a:p>
          <a:p>
            <a:pPr lvl="1"/>
            <a:r>
              <a:rPr lang="en-US" dirty="0"/>
              <a:t>Non-Relational</a:t>
            </a:r>
          </a:p>
          <a:p>
            <a:pPr lvl="1"/>
            <a:r>
              <a:rPr lang="en-US" dirty="0"/>
              <a:t>Relational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45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Relational </a:t>
            </a:r>
            <a:r>
              <a:rPr lang="en-US" b="1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relational database, data is stored in tabular format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a relational database, two or more tables may be related to each other. Hence the term "Relational".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9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</a:t>
            </a:r>
            <a:r>
              <a:rPr lang="en-US" b="1" dirty="0" smtClean="0"/>
              <a:t>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Structured Query Language (SQL) is a standard query language that is used to work with relational databases.</a:t>
            </a:r>
          </a:p>
          <a:p>
            <a:r>
              <a:rPr lang="en-US" dirty="0" smtClean="0"/>
              <a:t>We use SQL to perform CRUD (create, read, update, and delete) operations on relational databases.</a:t>
            </a:r>
          </a:p>
          <a:p>
            <a:pPr lvl="1"/>
            <a:r>
              <a:rPr lang="en-US" dirty="0" smtClean="0"/>
              <a:t>Create: create databases or tables in a database</a:t>
            </a:r>
          </a:p>
          <a:p>
            <a:pPr lvl="1"/>
            <a:r>
              <a:rPr lang="en-US" dirty="0" smtClean="0"/>
              <a:t>Read: read data from a table</a:t>
            </a:r>
          </a:p>
          <a:p>
            <a:pPr lvl="1"/>
            <a:r>
              <a:rPr lang="en-US" dirty="0" smtClean="0"/>
              <a:t>Update: insert or update data in a table</a:t>
            </a:r>
          </a:p>
          <a:p>
            <a:pPr lvl="1"/>
            <a:r>
              <a:rPr lang="en-US" dirty="0" smtClean="0"/>
              <a:t>Delete: delete tables or databases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27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MySQL?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MySQL </a:t>
            </a:r>
            <a:r>
              <a:rPr lang="en-US" dirty="0"/>
              <a:t>is a relational database management system</a:t>
            </a:r>
          </a:p>
          <a:p>
            <a:r>
              <a:rPr lang="en-US" dirty="0"/>
              <a:t>MySQL is open-source</a:t>
            </a:r>
          </a:p>
          <a:p>
            <a:r>
              <a:rPr lang="en-US" dirty="0"/>
              <a:t>MySQL is free</a:t>
            </a:r>
          </a:p>
          <a:p>
            <a:r>
              <a:rPr lang="en-US" dirty="0"/>
              <a:t>MySQL is ideal for both small and large applications</a:t>
            </a:r>
          </a:p>
          <a:p>
            <a:r>
              <a:rPr lang="en-US" dirty="0"/>
              <a:t>MySQL is very </a:t>
            </a:r>
            <a:r>
              <a:rPr lang="en-US" dirty="0" smtClean="0"/>
              <a:t>fast, </a:t>
            </a:r>
            <a:r>
              <a:rPr lang="en-US" dirty="0"/>
              <a:t>and easy to use</a:t>
            </a:r>
          </a:p>
          <a:p>
            <a:r>
              <a:rPr lang="en-US" dirty="0"/>
              <a:t>MySQL is cross-platform</a:t>
            </a:r>
          </a:p>
          <a:p>
            <a:r>
              <a:rPr lang="en-US" dirty="0" smtClean="0"/>
              <a:t>MySQL </a:t>
            </a:r>
            <a:r>
              <a:rPr lang="en-US" dirty="0"/>
              <a:t>was first released in 1995</a:t>
            </a:r>
          </a:p>
          <a:p>
            <a:r>
              <a:rPr lang="en-US" dirty="0"/>
              <a:t>MySQL is </a:t>
            </a:r>
            <a:r>
              <a:rPr lang="en-US" dirty="0" smtClean="0"/>
              <a:t>developed </a:t>
            </a:r>
            <a:r>
              <a:rPr lang="en-US" dirty="0"/>
              <a:t>and supported by Oracle </a:t>
            </a:r>
            <a:r>
              <a:rPr lang="en-US" dirty="0" smtClean="0"/>
              <a:t>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31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database.</a:t>
            </a:r>
          </a:p>
          <a:p>
            <a:r>
              <a:rPr lang="en-US" dirty="0" smtClean="0"/>
              <a:t>Show databases.</a:t>
            </a:r>
          </a:p>
          <a:p>
            <a:r>
              <a:rPr lang="en-US" dirty="0" smtClean="0"/>
              <a:t>Use any database.</a:t>
            </a:r>
          </a:p>
          <a:p>
            <a:r>
              <a:rPr lang="en-US" dirty="0" smtClean="0"/>
              <a:t>Delete/Drop any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76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 </a:t>
            </a:r>
            <a:r>
              <a:rPr lang="en-US" b="1" dirty="0" smtClean="0"/>
              <a:t>categories of SQL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DDL- Data Definition Language.</a:t>
            </a:r>
          </a:p>
          <a:p>
            <a:r>
              <a:rPr lang="en-US" dirty="0"/>
              <a:t>DML- Data Manipulation Language.</a:t>
            </a:r>
          </a:p>
          <a:p>
            <a:r>
              <a:rPr lang="en-US" dirty="0"/>
              <a:t>DQL- Data Query Language.</a:t>
            </a:r>
          </a:p>
          <a:p>
            <a:r>
              <a:rPr lang="en-US" dirty="0"/>
              <a:t>DCL- Data Control Language.</a:t>
            </a:r>
          </a:p>
          <a:p>
            <a:r>
              <a:rPr lang="en-US" dirty="0"/>
              <a:t>TCL- Transaction Control Language.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501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274" y="444137"/>
            <a:ext cx="8786805" cy="5826034"/>
          </a:xfrm>
        </p:spPr>
      </p:pic>
    </p:spTree>
    <p:extLst>
      <p:ext uri="{BB962C8B-B14F-4D97-AF65-F5344CB8AC3E}">
        <p14:creationId xmlns:p14="http://schemas.microsoft.com/office/powerpoint/2010/main" val="2411498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Queries (DDL queries)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table</a:t>
            </a:r>
          </a:p>
          <a:p>
            <a:r>
              <a:rPr lang="en-US" dirty="0" smtClean="0"/>
              <a:t>Describe table.</a:t>
            </a:r>
          </a:p>
          <a:p>
            <a:r>
              <a:rPr lang="en-US" dirty="0" smtClean="0"/>
              <a:t>Drop table.</a:t>
            </a:r>
          </a:p>
          <a:p>
            <a:endParaRPr lang="en-US" dirty="0" smtClean="0"/>
          </a:p>
          <a:p>
            <a:r>
              <a:rPr lang="en-US" b="1" dirty="0" smtClean="0"/>
              <a:t>Note</a:t>
            </a:r>
            <a:r>
              <a:rPr lang="en-US" dirty="0" smtClean="0"/>
              <a:t> : After DML queries </a:t>
            </a:r>
          </a:p>
          <a:p>
            <a:pPr lvl="1"/>
            <a:r>
              <a:rPr lang="en-US" dirty="0" smtClean="0"/>
              <a:t>Alter table.</a:t>
            </a:r>
          </a:p>
          <a:p>
            <a:pPr lvl="1"/>
            <a:r>
              <a:rPr lang="en-US" dirty="0" smtClean="0"/>
              <a:t>Truncate table.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sz="2800" dirty="0" smtClean="0"/>
              <a:t>Difference between delete vs drop vs </a:t>
            </a:r>
            <a:r>
              <a:rPr lang="en-US" sz="2800" dirty="0" smtClean="0"/>
              <a:t>Truncate.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1636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DML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Insert into table.</a:t>
            </a:r>
          </a:p>
          <a:p>
            <a:r>
              <a:rPr lang="en-US" dirty="0" smtClean="0"/>
              <a:t>Update any row in table.</a:t>
            </a:r>
          </a:p>
          <a:p>
            <a:r>
              <a:rPr lang="en-US" dirty="0" smtClean="0"/>
              <a:t>Delete rows in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990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DISTINCT  (with select)</a:t>
            </a:r>
          </a:p>
          <a:p>
            <a:r>
              <a:rPr lang="en-US" dirty="0" smtClean="0"/>
              <a:t>Where (with select)</a:t>
            </a:r>
          </a:p>
          <a:p>
            <a:r>
              <a:rPr lang="en-US" dirty="0"/>
              <a:t>AND, OR and NOT Operators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94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8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346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MySQL</vt:lpstr>
      <vt:lpstr>What is Data?</vt:lpstr>
      <vt:lpstr>What is Database?</vt:lpstr>
      <vt:lpstr>Relational Database</vt:lpstr>
      <vt:lpstr>Introduction to SQL</vt:lpstr>
      <vt:lpstr>What is MySQL?</vt:lpstr>
      <vt:lpstr>Database Queries</vt:lpstr>
      <vt:lpstr>5 categories of SQL queries</vt:lpstr>
      <vt:lpstr>PowerPoint Presentation</vt:lpstr>
      <vt:lpstr>Table Queries (DDL queries)</vt:lpstr>
      <vt:lpstr>DML queries</vt:lpstr>
      <vt:lpstr>Select</vt:lpstr>
      <vt:lpstr>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</dc:title>
  <dc:creator>admin</dc:creator>
  <cp:lastModifiedBy>admin</cp:lastModifiedBy>
  <cp:revision>8</cp:revision>
  <dcterms:created xsi:type="dcterms:W3CDTF">2024-05-28T10:13:36Z</dcterms:created>
  <dcterms:modified xsi:type="dcterms:W3CDTF">2024-05-28T10:48:56Z</dcterms:modified>
</cp:coreProperties>
</file>